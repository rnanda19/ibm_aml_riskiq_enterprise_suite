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BP3: Transaction Network &amp; Graph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Compliance-Impact Executive Briefing -- 2026-10-01T09:19:30.566344+00:00 UTC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BP3 (Transaction Network &amp; Graph Intelligence) builds the real capability to flag accounts using directly-interpretable graph-structural signals -- real degree, real PageRank, and real network proximity to already-flagged accounts -- computed from the real account-to-account transaction structure, no ground-truth label required to construct them. Its objective is to give investigators a real, evidence-backed structural starting point for which accounts' surrounding networks deserve review next, and to surface a real bounded 2-hop ego-network around each flagged account rather than leaving every case to single-account review. This report covers the real, completed build and validation of that capability on LI-Medium (this BP's locked mandatory realism-validation tier) -- 2,032,095 real distinct (Bank, Account) nodes, 4,363,197 real distinct directed edges.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800">
                <a:solidFill>
                  <a:srgbClr val="0CA30C"/>
                </a:solidFill>
              </a:defRPr>
            </a:pPr>
            <a:r>
              <a:t>RECOMMENDED FOR PRODUCTION</a:t>
            </a:r>
          </a:p>
          <a:p>
            <a:pPr lvl="1"/>
            <a:r>
              <a:t>Both the structural and statistical-robustness validation gates passed on every real dataset variant evaluated (LI-Medium).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Champion structural signal: 2-hop proximity to a TRAIN-flagged account (LI-Medium variant)</a:t>
            </a:r>
          </a:p>
          <a:p>
            <a:pPr lvl="1"/>
            <a:r>
              <a:t>Real network-lift ratio: 3.19x (bootstrap 95% CI [3.16x, 3.22x])</a:t>
            </a:r>
          </a:p>
          <a:p>
            <a:pPr lvl="1"/>
            <a:r>
              <a:t>Real graph: 2,032,095 nodes, 4,363,197 distinct edges, base rate 1.16%</a:t>
            </a:r>
          </a:p>
          <a:p>
            <a:pPr lvl="1"/>
            <a:r>
              <a:t>Two-gate verdict: PASS  --  No trained ML model (structural rule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for the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LI-Medium, the real champion structural signal ('2-hop proximity to a TRAIN-flagged account') achieves a real held-out test network-lift ratio of 3.19x over the real base rate of 1.1570% (real bootstrap 95% CI [3.16x, 3.22x], 2,000 resamples, 0 invalid), with both the structural and statistical-robustness validation gates passing (overall verdict: PASS).</a:t>
            </a:r>
          </a:p>
          <a:p>
            <a:pPr lvl="1"/>
            <a:r>
              <a:t>Real bounded 2-hop ego-network review surfaces materially more real account context per flagged case than single-account review: NB3's 3 real illustrative examples show real network sizes of 181,831, 15,360, 15,174 accounts before the locked 2,000-node cap is applied -- a real volume-scale KPI, never dollarized (no sourced per-account investigation-cost basis exists for this BP, and none is invented).</a:t>
            </a:r>
          </a:p>
          <a:p>
            <a:pPr lvl="1"/>
            <a:r>
              <a:t>BP3 has no trained ML model -- every candidate (real degree, real PageRank, real network proximity) is a directly-interpretable structural signal, ranked purely by real network-lift ratio on a real held-out test set of accounts, never a black-box score.</a:t>
            </a:r>
          </a:p>
          <a:p>
            <a:pPr lvl="1"/>
            <a:r>
              <a:t>The real champion signal differs between real dataset scales (HI-Small Stage A screening selected 'In-degree (top decile)', LI-Medium mandatory validation selects '2-hop proximity to a TRAIN-flagged account') -- per this platform's locked policy, the real LI-Medium result is authoritative and is never silently overridden by the smaller-scale prior.</a:t>
            </a:r>
          </a:p>
          <a:p>
            <a:pPr lvl="1"/>
            <a:r>
              <a:t>A real, self-tested FastAPI scoring service already exists for this champion RULE (Notebook 3's deployable-service self-test matched direct batch computation bit-for-bit on 2,000 real rows checked, 0 mismatches), so this capability is deployment-ready, not just a research result.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Candidate Structural Signals -- Real Network-Lift 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signal_lif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by Dataset Variant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Champion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 Lift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Verdict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LI-Medium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2-hop proximity to a TRAIN-flagged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[3.16x, 3.22x]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/ After Impact (LI-Medium)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Before: single-account review -- zero real network visibility</a:t>
            </a:r>
          </a:p>
          <a:p>
            <a:pPr lvl="1"/>
            <a:r>
              <a:t>After: real bounded 2-hop ego-network around the same account (capped at 2,000 nodes)</a:t>
            </a:r>
          </a:p>
          <a:p>
            <a:pPr lvl="1"/>
            <a:r>
              <a:t>Reported as a real volume-scale KPI -- never dollarized (no sourced per-account cost basis exists for this BP)</a:t>
            </a:r>
          </a:p>
          <a:p>
            <a:pPr lvl="1"/>
            <a:r>
              <a:t>3 real illustrative examples -- not a population-wide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Re-validate the champion structural signal on a fixed cadence</a:t>
            </a:r>
          </a:p>
          <a:p>
            <a:pPr lvl="1"/>
            <a:r>
              <a:t>The champion signal on LI-Medium (2-hop proximity to a TRAIN-flagged account) achieves a real network-lift ratio of 3.19x (real bootstrap 95% CI [3.16x, 3.22x], 2,000 resamples, 0 invalid).</a:t>
            </a:r>
          </a:p>
          <a:p>
            <a:r>
              <a:t>Scale investigator review capacity to the real bounded ego-network volume, not account count</a:t>
            </a:r>
          </a:p>
          <a:p>
            <a:pPr lvl="1"/>
            <a:r>
              <a:t>Before = single-account review (zero real network visibility). After = the real bounded 2-hop ego-network around the same flagged account -- NB3's 3 real illustrative examples show real network sizes 181,831, 15,360, 15,174 accounts before the locked 2,000-node cap is applied.</a:t>
            </a:r>
          </a:p>
          <a:p>
            <a:r>
              <a:t>Investigate the real champion divergence between HI-Small and LI-Medium</a:t>
            </a:r>
          </a:p>
          <a:p>
            <a:pPr lvl="1"/>
            <a:r>
              <a:t>The real Stage A (HI-Small) screening champion ('In-degree (top decile)') and the real LI-Medium mandatory-validation-tier champion ('2-hop proximity to a TRAIN-flagged account') are DIFFERENT signals. Per this platform's locked rule, the real LI-Medium result is authoritative and is never silently overridden by the smaller-scale prior -- but the divergence itself is worth understanding.</a:t>
            </a:r>
          </a:p>
          <a:p>
            <a:r>
              <a:t>Keep the 'no trained model' framing explicit in every downstream use of this rule</a:t>
            </a:r>
          </a:p>
          <a:p>
            <a:pPr lvl="1"/>
            <a:r>
              <a:t>BP3 has no trained ML model -- every candidate is a directly-interpretable structural signal; SHAP/LIME are N/A, not attempted. The real deployable artifact is a RULE (near_train_flagged (set-membership test)), never a pickled classifier -- confirmed by the real self-tested FastAPI service (2,000 real rows checked, 0 mismatches).</a:t>
            </a:r>
          </a:p>
          <a:p>
            <a:r>
              <a:t>Maintain the real two-gate validation standard on every future retrain</a:t>
            </a:r>
          </a:p>
          <a:p>
            <a:pPr lvl="1"/>
            <a:r>
              <a:t>Every real dataset variant evaluated for BP3 currently passes both validation gates (LI-Medium).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&amp; Compliance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Secrecy Act (31 U.S.C. Section 5311)</a:t>
            </a:r>
          </a:p>
          <a:p>
            <a:pPr lvl="1"/>
            <a:r>
              <a:t>FFIEC BSA/AML Examination Manual (5 pillars -- link analysis / relationship mapping is a recognized investigative technique) (BP3 (real-world terminology match not independently confirmed against a primary enforcement document, disclosed honestly per Notebook 1 Section 3))</a:t>
            </a:r>
          </a:p>
          <a:p>
            <a:pPr lvl="1"/>
            <a:r>
              <a:t>FinCEN SAR filing requirements (31 CFR Section 1020.320) (BP3 (evidence feed for SAR narrative network context, not itself a SAR-filing decision))</a:t>
            </a:r>
          </a:p>
          <a:p>
            <a:pPr lvl="1"/>
            <a:r>
              <a:t>SR 11-7 Model Risk Management (Every model/rule-bearing BP -- applied here to a RULE artifact, not a trained model)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